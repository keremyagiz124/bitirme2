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000663" cy="25199975"/>
  <p:notesSz cx="25199975" cy="180006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610"/>
  </p:normalViewPr>
  <p:slideViewPr>
    <p:cSldViewPr snapToGrid="0" snapToObjects="1">
      <p:cViewPr>
        <p:scale>
          <a:sx n="76" d="100"/>
          <a:sy n="76" d="100"/>
        </p:scale>
        <p:origin x="592" y="-7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4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ng@balikesir.edu.t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" y="-1089"/>
            <a:ext cx="17999964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73884" y="228600"/>
            <a:ext cx="2560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ÜNİVERSİTE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08960" y="256032"/>
            <a:ext cx="11782044" cy="1082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BALIKESİR ÜNİVERSİTESİ</a:t>
            </a:r>
          </a:p>
          <a:p>
            <a:pPr marL="0" indent="0" algn="ctr">
              <a:buNone/>
            </a:pPr>
            <a:r>
              <a:rPr lang="tr-TR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BİLGİSAYAR </a:t>
            </a:r>
            <a:r>
              <a:rPr lang="tr-TR" sz="24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MÜHENDİSLİĞİ</a:t>
            </a:r>
            <a:endParaRPr lang="tr-TR" sz="2800" b="1" kern="0" spc="3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tr-TR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BİTİRME </a:t>
            </a:r>
            <a:r>
              <a:rPr lang="en-US" sz="28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PROJESİ POSTER SERGİSİ</a:t>
            </a:r>
            <a:endParaRPr lang="en-US" sz="2800" b="1" dirty="0"/>
          </a:p>
        </p:txBody>
      </p:sp>
      <p:sp>
        <p:nvSpPr>
          <p:cNvPr id="9" name="Text 7"/>
          <p:cNvSpPr/>
          <p:nvPr/>
        </p:nvSpPr>
        <p:spPr>
          <a:xfrm>
            <a:off x="3108960" y="1371600"/>
            <a:ext cx="117820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PROJE BAŞLIĞI</a:t>
            </a:r>
            <a:endParaRPr lang="en-US" sz="4000" dirty="0"/>
          </a:p>
        </p:txBody>
      </p:sp>
      <p:sp>
        <p:nvSpPr>
          <p:cNvPr id="10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94560"/>
            <a:ext cx="17999964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304288"/>
            <a:ext cx="17999964" cy="1371600"/>
          </a:xfrm>
          <a:prstGeom prst="rect">
            <a:avLst/>
          </a:prstGeom>
          <a:solidFill>
            <a:srgbClr val="E6EDF5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4864" cy="10972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7388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2715768"/>
            <a:ext cx="2637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Adı Soyadı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53599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[Bölüm / Sınıf]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9795" y="2419104"/>
            <a:ext cx="2358562" cy="295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1194" y="2777810"/>
            <a:ext cx="28894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</a:t>
            </a: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Soyadı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274296" y="2395728"/>
            <a:ext cx="54864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12502896" y="2395728"/>
            <a:ext cx="53599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(Akademik)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502896" y="2715768"/>
            <a:ext cx="53599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Adı Soyadı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502896" y="3145536"/>
            <a:ext cx="53599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[Ünvan / Fakülte]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6479987" cy="475488"/>
          </a:xfrm>
          <a:prstGeom prst="rect">
            <a:avLst/>
          </a:prstGeom>
          <a:solidFill>
            <a:srgbClr val="0D2B5E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320040" y="3858768"/>
            <a:ext cx="647998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ÖZETİ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20040" y="4334256"/>
            <a:ext cx="6479987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484632" y="4498848"/>
            <a:ext cx="6150803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spcAft>
                <a:spcPts val="400"/>
              </a:spcAft>
              <a:buNone/>
            </a:pPr>
            <a:r>
              <a:rPr lang="en-US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özeti bu alana yazılacaktır. Staj/proje kapsamında gerçekleştirilen çalışmalar, kullanılan yöntemler ve elde edilen sonuçlara ilişkin kısa bir özet buraya eklenecektir. Bu metin yaklaşık 150-200 kelime olmalıdır.</a:t>
            </a:r>
            <a:endParaRPr lang="en-US" dirty="0"/>
          </a:p>
          <a:p>
            <a:pPr marL="0" indent="0" algn="just">
              <a:spcAft>
                <a:spcPts val="400"/>
              </a:spcAft>
              <a:buNone/>
            </a:pPr>
            <a:endParaRPr lang="en-US" sz="2000" dirty="0"/>
          </a:p>
          <a:p>
            <a:pPr marL="0" indent="0" algn="just">
              <a:spcAft>
                <a:spcPts val="400"/>
              </a:spcAft>
              <a:buNone/>
            </a:pPr>
            <a:r>
              <a:rPr lang="en-US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kelimeler: [kelime 1], [kelime 2], [kelime 3]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20040" y="9198864"/>
            <a:ext cx="6479987" cy="475488"/>
          </a:xfrm>
          <a:prstGeom prst="rect">
            <a:avLst/>
          </a:prstGeom>
          <a:solidFill>
            <a:srgbClr val="0F7B6C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320040" y="9198864"/>
            <a:ext cx="647998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 / MOTİVASYON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20040" y="9674352"/>
            <a:ext cx="6479987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484632" y="9838944"/>
            <a:ext cx="6150803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[Projenin çıkış noktası, literatürdeki boşluk veya endüstriyel ihtiyaç buraya yazılacak]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20040" y="12710160"/>
            <a:ext cx="6479987" cy="475488"/>
          </a:xfrm>
          <a:prstGeom prst="rect">
            <a:avLst/>
          </a:prstGeom>
          <a:solidFill>
            <a:srgbClr val="0F7B6C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/>
          <p:nvPr/>
        </p:nvSpPr>
        <p:spPr>
          <a:xfrm>
            <a:off x="320040" y="12710160"/>
            <a:ext cx="647998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SİSTEM MİMARİSİ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20040" y="13185648"/>
            <a:ext cx="6479987" cy="10779862"/>
          </a:xfrm>
          <a:prstGeom prst="rect">
            <a:avLst/>
          </a:prstGeom>
          <a:solidFill>
            <a:srgbClr val="DDE6E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Text 33"/>
          <p:cNvSpPr/>
          <p:nvPr/>
        </p:nvSpPr>
        <p:spPr>
          <a:xfrm>
            <a:off x="320040" y="13185648"/>
            <a:ext cx="6479987" cy="10779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 Görsel / Şema /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Akış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Diagramı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]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001195" y="3858768"/>
            <a:ext cx="10678729" cy="475488"/>
          </a:xfrm>
          <a:prstGeom prst="rect">
            <a:avLst/>
          </a:prstGeom>
          <a:solidFill>
            <a:srgbClr val="0F7B6C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001195" y="3858768"/>
            <a:ext cx="1067872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MATERYAL VE YÖNTEM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001195" y="4334256"/>
            <a:ext cx="10678729" cy="3560064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9" name="Text 37"/>
          <p:cNvSpPr/>
          <p:nvPr/>
        </p:nvSpPr>
        <p:spPr>
          <a:xfrm>
            <a:off x="7165787" y="4498848"/>
            <a:ext cx="10349545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[Kullanılan araçlar, teknolojiler, yazılımlar ve uygulanan metodoloji </a:t>
            </a:r>
            <a:r>
              <a:rPr lang="en-US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buraya</a:t>
            </a: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açıklanacak</a:t>
            </a: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7001195" y="11957304"/>
            <a:ext cx="10678729" cy="475488"/>
          </a:xfrm>
          <a:prstGeom prst="rect">
            <a:avLst/>
          </a:prstGeom>
          <a:solidFill>
            <a:schemeClr val="accent5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Text 39"/>
          <p:cNvSpPr/>
          <p:nvPr/>
        </p:nvSpPr>
        <p:spPr>
          <a:xfrm>
            <a:off x="7001195" y="11957304"/>
            <a:ext cx="1067872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001195" y="12432792"/>
            <a:ext cx="10678729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7165787" y="12597384"/>
            <a:ext cx="10349545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[Elde edilen veriler, deneysel sonuçlar veya analiz çıktıları bu alana eklenecek. Grafik, tablo veya şekil eklenebilir.]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001195" y="16291560"/>
            <a:ext cx="10678729" cy="475488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/>
          <p:nvPr/>
        </p:nvSpPr>
        <p:spPr>
          <a:xfrm>
            <a:off x="7001195" y="16291560"/>
            <a:ext cx="1067872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 ÖNERİLER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001195" y="16767048"/>
            <a:ext cx="10678729" cy="7213702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Text 45"/>
          <p:cNvSpPr/>
          <p:nvPr/>
        </p:nvSpPr>
        <p:spPr>
          <a:xfrm>
            <a:off x="7165787" y="16931640"/>
            <a:ext cx="10349545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[Projenin ana çıkarımları, literatüre/sektöre katkısı ve ileriye dönük öneriler buraya yazılacak.]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001195" y="22088856"/>
            <a:ext cx="1067872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KAZANIMLAR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0" y="24056950"/>
            <a:ext cx="17999964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3" name="Shape 5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4130102"/>
            <a:ext cx="17999964" cy="106984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4" name="Text 52"/>
          <p:cNvSpPr/>
          <p:nvPr/>
        </p:nvSpPr>
        <p:spPr>
          <a:xfrm>
            <a:off x="457200" y="24194110"/>
            <a:ext cx="170855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BALIKESİR UNİVERSİTESİ | MÜHENDİSLİK FAKÜLTESİ / BİLGİSAYAR MÜHENDİSLİĞİ |  HAZİRAN/ 2026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24651310"/>
            <a:ext cx="170855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6A8AAE"/>
                </a:solidFill>
                <a:latin typeface="Calibri" pitchFamily="3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ceng@balikesir.edu.tr</a:t>
            </a:r>
            <a:r>
              <a:rPr lang="en-US" sz="1600" i="1" dirty="0">
                <a:solidFill>
                  <a:srgbClr val="6A8AA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6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https://</a:t>
            </a:r>
            <a:r>
              <a:rPr lang="en-US" sz="1600" i="1" dirty="0" err="1">
                <a:solidFill>
                  <a:srgbClr val="6A8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ceng.balikesir.edu.tr</a:t>
            </a:r>
            <a:endParaRPr lang="en-US" sz="1600" dirty="0"/>
          </a:p>
        </p:txBody>
      </p:sp>
      <p:sp>
        <p:nvSpPr>
          <p:cNvPr id="60" name="Shape 34">
            <a:extLst>
              <a:ext uri="{FF2B5EF4-FFF2-40B4-BE49-F238E27FC236}">
                <a16:creationId xmlns:a16="http://schemas.microsoft.com/office/drawing/2014/main" id="{748B1AB5-7DAA-7F59-B4B0-01745B24F498}"/>
              </a:ext>
            </a:extLst>
          </p:cNvPr>
          <p:cNvSpPr/>
          <p:nvPr/>
        </p:nvSpPr>
        <p:spPr>
          <a:xfrm>
            <a:off x="7062155" y="8125968"/>
            <a:ext cx="10678729" cy="475488"/>
          </a:xfrm>
          <a:prstGeom prst="rect">
            <a:avLst/>
          </a:prstGeom>
          <a:solidFill>
            <a:srgbClr val="0F7B6C"/>
          </a:solidFill>
          <a:ln w="12700">
            <a:noFill/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D42A21DD-F545-BA91-51BA-A3EB0EFEDF69}"/>
              </a:ext>
            </a:extLst>
          </p:cNvPr>
          <p:cNvSpPr/>
          <p:nvPr/>
        </p:nvSpPr>
        <p:spPr>
          <a:xfrm>
            <a:off x="7062155" y="8125968"/>
            <a:ext cx="1067872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KULLANILAN TEKNOLOJİLER</a:t>
            </a:r>
            <a:endParaRPr lang="en-US" sz="2000" dirty="0"/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1C608D31-06EA-579E-2A21-FB9127B9DD0D}"/>
              </a:ext>
            </a:extLst>
          </p:cNvPr>
          <p:cNvSpPr/>
          <p:nvPr/>
        </p:nvSpPr>
        <p:spPr>
          <a:xfrm>
            <a:off x="7062155" y="8601456"/>
            <a:ext cx="10678729" cy="3133344"/>
          </a:xfrm>
          <a:prstGeom prst="rect">
            <a:avLst/>
          </a:prstGeom>
          <a:solidFill>
            <a:srgbClr val="FFFFFF"/>
          </a:solidFill>
          <a:ln w="6350">
            <a:solidFill>
              <a:srgbClr val="C2CDD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7DE20C3E-7006-BA54-0BED-305277B1E107}"/>
              </a:ext>
            </a:extLst>
          </p:cNvPr>
          <p:cNvSpPr/>
          <p:nvPr/>
        </p:nvSpPr>
        <p:spPr>
          <a:xfrm>
            <a:off x="7226747" y="8766048"/>
            <a:ext cx="10349545" cy="2770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</a:t>
            </a: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teknolojilere ilişkin görseller buraya eklenecek. Logo ve ismi </a:t>
            </a:r>
            <a:r>
              <a:rPr lang="tr-TR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yerleştirilebilinir</a:t>
            </a:r>
            <a:r>
              <a:rPr lang="tr-TR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dirty="0"/>
          </a:p>
        </p:txBody>
      </p:sp>
      <p:pic>
        <p:nvPicPr>
          <p:cNvPr id="64" name="Google Shape;103;p1" descr="BAÜN logo">
            <a:extLst>
              <a:ext uri="{FF2B5EF4-FFF2-40B4-BE49-F238E27FC236}">
                <a16:creationId xmlns:a16="http://schemas.microsoft.com/office/drawing/2014/main" id="{5E5ECE10-952D-3918-F5B3-764558DE873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83119" y="157414"/>
            <a:ext cx="2053361" cy="1909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108;p1">
            <a:extLst>
              <a:ext uri="{FF2B5EF4-FFF2-40B4-BE49-F238E27FC236}">
                <a16:creationId xmlns:a16="http://schemas.microsoft.com/office/drawing/2014/main" id="{EFC78D4B-485A-9F84-CBFA-5288D3601F18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5">
            <a:alphaModFix/>
          </a:blip>
          <a:srcRect l="19958" t="17834" r="19356" b="21100"/>
          <a:stretch/>
        </p:blipFill>
        <p:spPr>
          <a:xfrm>
            <a:off x="720411" y="105591"/>
            <a:ext cx="2053361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96D9EE6F-6EC6-CD75-DD8F-26D4810E4926}"/>
              </a:ext>
            </a:extLst>
          </p:cNvPr>
          <p:cNvSpPr/>
          <p:nvPr/>
        </p:nvSpPr>
        <p:spPr>
          <a:xfrm>
            <a:off x="6989795" y="3249945"/>
            <a:ext cx="3270259" cy="239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[Bölüm / Sınıf]</a:t>
            </a:r>
            <a:endParaRPr lang="en-US" sz="16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DF67A630-0B6D-1A4D-60A6-0898252750DF}"/>
              </a:ext>
            </a:extLst>
          </p:cNvPr>
          <p:cNvSpPr/>
          <p:nvPr/>
        </p:nvSpPr>
        <p:spPr>
          <a:xfrm>
            <a:off x="3677714" y="2721422"/>
            <a:ext cx="28894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</a:t>
            </a:r>
            <a:r>
              <a:rPr lang="en-US" sz="2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Soyadı</a:t>
            </a:r>
            <a:endParaRPr lang="en-US" sz="2400" dirty="0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BD03A272-0DB3-F522-D8A5-92912C7222AC}"/>
              </a:ext>
            </a:extLst>
          </p:cNvPr>
          <p:cNvSpPr/>
          <p:nvPr/>
        </p:nvSpPr>
        <p:spPr>
          <a:xfrm>
            <a:off x="3677714" y="2408608"/>
            <a:ext cx="2358562" cy="295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Öğrencisi</a:t>
            </a:r>
            <a:endParaRPr lang="en-US" sz="1600" dirty="0"/>
          </a:p>
        </p:txBody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D0AC3D07-2161-9B9E-36CD-91241BC8D17D}"/>
              </a:ext>
            </a:extLst>
          </p:cNvPr>
          <p:cNvSpPr/>
          <p:nvPr/>
        </p:nvSpPr>
        <p:spPr>
          <a:xfrm>
            <a:off x="3677714" y="3240294"/>
            <a:ext cx="3270259" cy="239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[Bölüm / Sınıf]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B125A4-ABD9-8B10-A4F4-2645F043CBA7}"/>
              </a:ext>
            </a:extLst>
          </p:cNvPr>
          <p:cNvSpPr/>
          <p:nvPr/>
        </p:nvSpPr>
        <p:spPr>
          <a:xfrm>
            <a:off x="14478000" y="24445570"/>
            <a:ext cx="3201924" cy="589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TR" sz="2800" b="1" dirty="0"/>
              <a:t>Proje ID:</a:t>
            </a:r>
            <a:r>
              <a:rPr lang="en-TR" sz="4000" b="1" dirty="0"/>
              <a:t>BITXX</a:t>
            </a:r>
            <a:endParaRPr lang="en-TR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DD4367-AB84-4211-8F47-D57B1F3A9CD8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1adc6c0-7d01-49e5-b3cf-61421061d6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238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MUSTAFA FURKAN CEYLAN</cp:lastModifiedBy>
  <cp:revision>15</cp:revision>
  <dcterms:created xsi:type="dcterms:W3CDTF">2026-05-22T16:36:40Z</dcterms:created>
  <dcterms:modified xsi:type="dcterms:W3CDTF">2026-05-26T10:42:08Z</dcterms:modified>
</cp:coreProperties>
</file>